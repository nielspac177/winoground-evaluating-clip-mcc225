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2B2"/>
                </a:solidFill>
              </a:defRPr>
            </a:pPr>
            <a:r>
              <a:t>Winoground / Evaluating CLIP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El retrieval alto no implica razonamiento composicional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Niels Victor Pacheco Barrios — MCC225 · Examen Parcial 2026-1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Cuadernos C5 · C8 · C10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Qué voy a defender en 15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El problema: ¿CLIP entiende o solo empareja? (Winoground)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Cómo lo medí reutilizando el motor OpenCLIP del Cuaderno 10.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El resultado: retrieval alto, group score ≈ azar.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Verificación en vivo + validación contra los scores oficiales.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Por qué pasa (C5, C8), limitaciones y mejora.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72B2"/>
                </a:solidFill>
              </a:defRPr>
            </a:pPr>
            <a:r>
              <a:t>Tesis: recuperar bien una imagen no prueba que el modelo entienda el orden ni las relaciones.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72B2"/>
                </a:solidFill>
              </a:defRPr>
            </a:pPr>
            <a:r>
              <a:t>1 · El problema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Mi tema: dos papers que cuestionan a CLIP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Winoground (Thrush et al., 2022): ¿razonan de forma composicional o reconocen objetos sueltos?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Evaluating CLIP (Agarwal et al., 2021): una accuracy mayor no define un modelo 'mejor' (sesgos de clases/prompts).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Idea común: una buena métrica puede ocultar que el modelo no entiende.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El núcleo de Winoground: el par mínimo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Dos imágenes y dos captions con las MISMAS palabras en distinto orden.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Caption 0: 'an old person kisses a young person'.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Caption 1: 'a young person kisses an old person'.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Distinguirlas exige saber quién hace qué a quién: composición, no reconocimiento.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400 ejemplos, etiquetados: Object, Relation, Both.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Las tres métricas oficiales (matriz 2×2 sim[caption, imagen])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text score: fijada cada imagen, ¿gana el caption correcto?  s00&gt;s10 y s11&gt;s01.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image score: fijado cada caption, ¿gana la imagen correcta?  s00&gt;s01 y s11&gt;s10.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group score: ambas a la vez (text Y image).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72B2"/>
                </a:solidFill>
              </a:defRPr>
            </a:pPr>
            <a:r>
              <a:t>La diagonal (s00, s11) es el emparejamiento correcto.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Detalle fino: el azar del group score es 1/6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text e image NO son independientes: comparten las 4 similitudes.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group=1 exige que ambas diagonales superen a ambas off-diagonales.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De las 4!=24 ordenaciones, solo 4 cumplen → 4/24 = 1/6 ≈ 0.167.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No es 1/16. Comparar contra el baseline correcto es parte de la métrica.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La pregunta que respondo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333333"/>
                </a:solidFill>
              </a:defRPr>
            </a:pPr>
            <a:r>
              <a:t>•  ¿Un buen Recall@K (recuperación) implica razonamiento composicional?</a:t>
            </a:r>
          </a:p>
          <a:p>
            <a:pPr>
              <a:spcAft>
                <a:spcPts val="700"/>
              </a:spcAft>
              <a:defRPr sz="2200">
                <a:solidFill>
                  <a:srgbClr val="333333"/>
                </a:solidFill>
              </a:defRPr>
            </a:pPr>
            <a:r>
              <a:t>•  Respuesta: no. El mismo modelo, sobre el mismo conjunto, recupera bien y falla la composición.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72B2"/>
                </a:solidFill>
              </a:defRPr>
            </a:pPr>
            <a:r>
              <a:t>2 · Cómo lo medí (Cuaderno 10)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Cómo funciona CLIP: un dual-encoder contrastivo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Dos torres separadas: una codifica la imagen, otra el texto.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Cada modalidad colapsa en un único vector global; se comparan por coseno.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Entrenado con aprendizaje contrastivo (acerca pares correctos, aleja incorrectos).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Es el motor del Cuaderno 10 (OpenCLIP): create_model_and_transforms, encode_*. Lo reutilicé tal cual.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Por qué un dual-encoder falla la composición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Un vector global se comporta como 'bolsa de conceptos'.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'old', 'young', 'kiss' activan dimensiones parecidas estén como estén compuestos.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No hay interacción token-a-token entre palabras y regiones.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Conexión C5/C8: la fusión profunda (MMBT) y la atención crossmodal sí dejan interactuar los tokens.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El pipeline (reproducible)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winoground_data.py: Winoground real (HF, gated) o set curado offline.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openclip_utils.py: embeddings L2-normalizados (motor C10).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winoground_eval.py: matriz 2×2 y los 3 scores.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metrics.py: Recall@K, intervalos bootstrap.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blindness_probe.py (¿usa la imagen?) y error_analysis.py (por tag).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Determinista (semillas), versionado, con tests. Una corrida: make run.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El bloque clave: el scorer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Courier New"/>
              </a:defRPr>
            </a:pPr>
            <a:r>
              <a:t>def text_correct(sim):   # fija imagen, elige caption</a:t>
            </a:r>
          </a:p>
          <a:p>
            <a:pPr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return sim[0,0] &gt; sim[1,0] and sim[1,1] &gt; sim[0,1]</a:t>
            </a:r>
          </a:p>
          <a:p>
            <a:pPr>
              <a:defRPr sz="15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500">
                <a:solidFill>
                  <a:srgbClr val="333333"/>
                </a:solidFill>
                <a:latin typeface="Courier New"/>
              </a:defRPr>
            </a:pPr>
            <a:r>
              <a:t>def image_correct(sim):  # fija caption, elige imagen</a:t>
            </a:r>
          </a:p>
          <a:p>
            <a:pPr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return sim[0,0] &gt; sim[0,1] and sim[1,1] &gt; sim[1,0]</a:t>
            </a:r>
          </a:p>
          <a:p>
            <a:pPr>
              <a:defRPr sz="15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500">
                <a:solidFill>
                  <a:srgbClr val="333333"/>
                </a:solidFill>
                <a:latin typeface="Courier New"/>
              </a:defRPr>
            </a:pPr>
            <a:r>
              <a:t>def group_correct(sim):</a:t>
            </a:r>
          </a:p>
          <a:p>
            <a:pPr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return text_correct(sim) and image_correct(sim)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72B2"/>
                </a:solidFill>
              </a:defRPr>
            </a:pPr>
            <a:r>
              <a:t>Es el código oficial de Winoground; me guié por el código (no por la redacción) y lo validé numéricamente.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¿Cómo sé que mi scorer no está mal?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Lo apliqué a los scores oficiales de CLIP del propio dataset (statistics/model_scores/clip.jsonl).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Paper CLIP ViT-B/32:  text=0.3075,  image=0.1050,  group=0.0800.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Mi scorer:            text=0.3075,  image=0.1050,  group=0.0800.  → coincidencia EXACTA.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python scripts/validate_against_official.py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72B2"/>
                </a:solidFill>
              </a:defRPr>
            </a:pPr>
            <a:r>
              <a:t>3 · Resultados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Resultado principal: los tres scores</a:t>
            </a:r>
          </a:p>
        </p:txBody>
      </p:sp>
      <p:pic>
        <p:nvPicPr>
          <p:cNvPr id="3" name="Picture 2" descr="scores_vs_ch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280160"/>
            <a:ext cx="73964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72B2"/>
                </a:solidFill>
              </a:defRPr>
            </a:pPr>
            <a:r>
              <a:t>ViT-B-32/laion2b, 400 ejemplos reales. text=0.35, image=0.11, group=0.075 (azar 0.167; humano 0.86).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Cómo leer ese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text (0.35) está POR ENCIMA del azar (0.25): el modelo capta algo.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group (0.075) está POR DEBAJO del azar (0.167).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No es 'peor que aleatorio' en general: es la asimetría text ≫ image (acierta una dirección y falla la otra).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El IC bootstrap 95% del group [0.05, 0.10] queda entero por debajo del azar.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La evidencia de la tesis: retrieval alto, group bajo</a:t>
            </a:r>
          </a:p>
        </p:txBody>
      </p:sp>
      <p:pic>
        <p:nvPicPr>
          <p:cNvPr id="3" name="Picture 2" descr="recall_vs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280160"/>
            <a:ext cx="7620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72B2"/>
                </a:solidFill>
              </a:defRPr>
            </a:pPr>
            <a:r>
              <a:t>Mismo conjunto: R@5=0.67, R@10=0.77 pero group=0.075. Retrieval usa toda la galería; group exige el par mínimo.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¿Qué tipo de error? Análisis por tag</a:t>
            </a:r>
          </a:p>
        </p:txBody>
      </p:sp>
      <p:pic>
        <p:nvPicPr>
          <p:cNvPr id="3" name="Picture 2" descr="by_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280160"/>
            <a:ext cx="746760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72B2"/>
                </a:solidFill>
              </a:defRPr>
            </a:pPr>
            <a:r>
              <a:t>Relation es lo más difícil (group 0.047). Fallos de vinculación, no de reconocimiento.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¿El modelo usa la imagen? Prueba de ceguera</a:t>
            </a:r>
          </a:p>
        </p:txBody>
      </p:sp>
      <p:pic>
        <p:nvPicPr>
          <p:cNvPr id="3" name="Picture 2" descr="blind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11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4630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t>•  Permuto las imágenes entre ejemplos y recalculo.</a:t>
            </a:r>
          </a:p>
          <a:p>
            <a:pPr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t>•  Real (0.35/0.11/0.075) → permutado (0.14/0.04/0.02).</a:t>
            </a:r>
          </a:p>
          <a:p>
            <a:pPr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t>•  Sí usa la imagen; su límite es composicional, no perceptivo.</a:t>
            </a:r>
          </a:p>
          <a:p>
            <a:pPr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t>•  Versión cuantitativa de la interpretabilidad de C8.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¿Y si uso un modelo más grande?</a:t>
            </a:r>
          </a:p>
        </p:txBody>
      </p:sp>
      <p:pic>
        <p:nvPicPr>
          <p:cNvPr id="3" name="Picture 2" descr="checkpoin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280160"/>
            <a:ext cx="7640320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72B2"/>
                </a:solidFill>
              </a:defRPr>
            </a:pPr>
            <a:r>
              <a:t>Group no mejora monótonamente (0.075/0.072/0.085) y el text baja (0.35→0.30→0.29). Escalar no resuelve la composición.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Casos de error concretos (group = 0)</a:t>
            </a:r>
          </a:p>
        </p:txBody>
      </p:sp>
      <p:pic>
        <p:nvPicPr>
          <p:cNvPr id="3" name="Picture 2" descr="qualitative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34940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72B2"/>
                </a:solidFill>
              </a:defRPr>
            </a:pPr>
            <a:r>
              <a:t>4 · Cierre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Reproducibilidad (lo que pide el examen)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Entorno fijo: uv + uv.lock, Python 3.12. Imagen Docker CPU; Makefile.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Semillas globales; env_logging (hoja de trazabilidad).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16 tests (pytest) + validación contra clip.jsonl.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CI en GitHub Actions (push + nocturno). Evidencia commiteada.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Reproducir de cero: make setup &amp;&amp; make all.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El dataset gated NO se redistribuye (licencia); cae al set curado si no hay acceso.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Verificación en vivo (lo que mostraré)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Celda 1 del notebook: hoja de trazabilidad (versiones, git, dispositivo).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Celda del scorer: imprime la matriz 2×2 y text/image/group de un par.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scores.json + figura scores_vs_chance.png.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python scripts/validate_against_official.py → reproduce los scores oficiales.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Mejora en vivo: cambiar un prompt/consulta o añadir un par y re-ejecutar.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72B2"/>
                </a:solidFill>
              </a:defRPr>
            </a:pPr>
            <a:r>
              <a:t>Lo pesado (make run) va pre-ejecutado; en vivo solo corro lo que tarda segundos.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Defensa crítica: limitaciones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El group bajo mezcla fallo composicional con ítems ambiguos/difíciles (Diwan et al.).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Métricas estrictas: sensibles a empates y a la normalización.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R@K y accuracy no miden composición: necesarias, no suficientes.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El set curado offline es un proxy sintético (OOD para CLIP).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Mejora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Evaluar un cross-encoder / fusión profunda (C5) y re-ranking con interacción cruzada (C6).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Versionar embeddings (DVC) para reproducibilidad total de datos.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Ampliar a más prompts, checkpoints y prompt ensembles (C10).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Lo que NO aseguro aún: que un cross-encoder lo resuelva. Es hipótesis, no resultado medido.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Conclusión y conexión con 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C10: motor OpenCLIP (embeddings, coseno, checkpoints, FAISS).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C5: dual-encoder vs fusión profunda — por qué falla.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C8: atención crossmodal / interpretabilidad — la prueba de ceguera.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•  El retrieval alto NO implica razonamiento composicional. Lo medí, lo validé y lo expliqué de forma reproducible.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2B2"/>
                </a:solidFill>
              </a:defRPr>
            </a:pPr>
            <a:r>
              <a:t>Gracias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Niels Victor Pacheco Barrios — Winoground / Evaluating CLIP · C5 · C8 · C10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github.com/nielspac177/Winoground-Evaluating-CLIP-MCC225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